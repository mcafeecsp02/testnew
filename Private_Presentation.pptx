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828800"/>
            <a:ext cx="3683894" cy="40626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8000" b="1"/>
            </a:pPr>
            <a:r>
              <a:rPr dirty="0"/>
              <a:t>PRIVATE</a:t>
            </a:r>
            <a:endParaRPr lang="en-US" dirty="0"/>
          </a:p>
          <a:p>
            <a:pPr>
              <a:defRPr sz="8000" b="1"/>
            </a:pPr>
            <a:endParaRPr lang="en-US" dirty="0"/>
          </a:p>
          <a:p>
            <a:pPr>
              <a:defRPr sz="8000" b="1"/>
            </a:pPr>
            <a:r>
              <a:rPr lang="en-US"/>
              <a:t>private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Macintosh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Rajesh Jonnagaddla [CW]</cp:lastModifiedBy>
  <cp:revision>2</cp:revision>
  <dcterms:created xsi:type="dcterms:W3CDTF">2013-01-27T09:14:16Z</dcterms:created>
  <dcterms:modified xsi:type="dcterms:W3CDTF">2026-05-14T10:18:39Z</dcterms:modified>
  <cp:category/>
</cp:coreProperties>
</file>